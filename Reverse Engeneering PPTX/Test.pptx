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23D28-5DF6-5406-ADF1-0CC7C5A77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B09DFBC-BACB-C929-365C-BC12B5541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D3ECE8-5DE4-8DEE-6804-51D32E1C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6AC8A0-AE50-14E8-D2C1-9F510B10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55F14B-2FF3-8DC5-BE6F-8AECE212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15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5F486-6558-E11F-5FA7-5BE173FC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58F66D-CAF4-EF6E-35E8-EC35EEAEA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AB8710-602A-4C5D-2857-AF408F42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42A9B-D657-7E5B-3E66-3E05DC42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E7E9D4-E7D0-564D-1DEB-1CB35369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067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03714-45EE-E338-3E5A-54AF556F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5583CF-38D3-FEDE-F0EE-58FFA5445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C7B6C-E3D9-2E7B-D0AB-65D59E76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4F9FCE-9547-8370-A1EA-57C2FB4B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E838D7-A40C-A211-709F-72301BE6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40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F594A4-ADEF-9A58-4686-84BDBF74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785258-28CF-7AAC-BDF7-AD155619F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A6E8DA9-FF81-4C44-B031-DE04EBDFA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8F517E-368A-C36C-0880-4D30615C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E50BE-75B9-7DD0-5974-049E39CD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7296A3-0D97-2387-AC6F-B7AC4A87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668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FEB98-8B5E-0240-8E8E-C3938AA3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A9FB9E-480E-EC4B-02D0-0C323EF0F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A9B9ED-A620-F936-3459-66B36F5C9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3A6800A-E0ED-9F2F-936A-3866B6A2E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F267A7D-93AA-3187-269C-CB9C4B01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9AB72FF-036A-53B4-504C-8B888E0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327F490-FB73-5B4F-D32B-363170F0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6337EAC-8153-F9E0-302A-16B9389C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42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0B1188-2E92-B09E-24E0-FE2011AF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C37808F-8B7F-98C4-65CD-C31ED0CE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D2E662-E8E0-5893-E584-448E4C5A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1C8794-A29C-4B32-85AD-B4C38702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520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4CCAD9-352C-2B6A-AE58-8C802C9A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1F8F85F-C0D1-6578-253E-DB846594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9E2ED3-0615-562F-D0C4-DF017D83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9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EB129-E4FC-0FE3-59A7-7148160D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9927A2-6543-FB52-CEF3-19904D6C8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7AA7B7-B4F3-3643-B161-F72AF1EAD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26A02C-1813-EFBB-261C-77C16168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37998B-063E-5639-9D0A-0978CC04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C6FDF-8A39-BAB6-01C2-58C5869F4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61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39D44-2188-D0EF-2A82-8CCDA032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F7C1599-2260-2CE6-0C57-6674906F3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E9ADF6-701B-1172-0526-5EEFDDA84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25D67F-5928-8DE0-79F2-A5301DEF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25032F-1ED1-5B60-2126-D9250FB5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350729-50E0-8405-5544-366110EA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739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57BEC-0889-9412-EC8C-90450E70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80B944-A6F9-4F35-2CF5-D3ECE008A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3A6151-135D-25B0-8DDF-6C31B148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6BB9D-2D7D-43CF-6B3D-759416E1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4F9B3C-5E2B-6D6C-13FC-93B9E228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44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30969F4-949A-C423-9C75-8ECA688D9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04ECD1-562F-A6A1-EEE4-320410D0F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D6B5F7-3229-D5D6-8A4C-8BB84E0E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487E5D-5E0A-BD55-A3A1-55E8DCE6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A8CCFC-1CC4-58D6-6E6B-40423E5D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00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3D7F0A9-5EDA-A476-0DEC-580E197B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07B258-2D8D-7A37-014F-490F3C913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4EF01-69AD-5265-FC6A-4A730AB6F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F1851-55B6-4D78-85F8-0343A2749A6D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C427F7-8EE2-456E-B97E-5B71665CF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290E78-FCB3-17C1-BB0A-733373779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7FD38-B1F8-4117-BB35-A630168547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086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DBCFE3-FB1D-873D-B19A-676E89B438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Test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1F6DC23-CC5A-AA38-430F-561B7445F7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252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Lumières de ville focalisées à la loupe">
            <a:extLst>
              <a:ext uri="{FF2B5EF4-FFF2-40B4-BE49-F238E27FC236}">
                <a16:creationId xmlns:a16="http://schemas.microsoft.com/office/drawing/2014/main" id="{4A5DB63A-50D9-C3D5-67FC-473FDE0F5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" r="2417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B0843E-C581-5A72-D7FD-D9723367E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/>
              <a:t>TEST 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958217-7F79-1A37-EC3F-E151B91F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2000"/>
              <a:t>Test 2</a:t>
            </a:r>
          </a:p>
          <a:p>
            <a:r>
              <a:rPr lang="fr-FR" sz="2000"/>
              <a:t>Petite image juste là :</a:t>
            </a:r>
          </a:p>
          <a:p>
            <a:pPr marL="0" indent="0">
              <a:buNone/>
            </a:pPr>
            <a:endParaRPr lang="fr-FR" sz="2000"/>
          </a:p>
        </p:txBody>
      </p:sp>
    </p:spTree>
    <p:extLst>
      <p:ext uri="{BB962C8B-B14F-4D97-AF65-F5344CB8AC3E}">
        <p14:creationId xmlns:p14="http://schemas.microsoft.com/office/powerpoint/2010/main" val="3779826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Grand écran</PresentationFormat>
  <Paragraphs>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Test</vt:lpstr>
      <vt:lpstr>TEST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Dupuis - Student ID: 258927</dc:creator>
  <cp:lastModifiedBy>Guillaume Dupuis - Student ID: 258927</cp:lastModifiedBy>
  <cp:revision>1</cp:revision>
  <dcterms:created xsi:type="dcterms:W3CDTF">2026-01-07T14:12:48Z</dcterms:created>
  <dcterms:modified xsi:type="dcterms:W3CDTF">2026-01-07T14:15:28Z</dcterms:modified>
</cp:coreProperties>
</file>